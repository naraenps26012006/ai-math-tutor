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71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1153-C642-2C8B-211A-5A0D26B2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69758-5253-2D86-7DA3-40329E862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5896F-E30C-F79C-C4EA-5DEB23145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1D765-9423-657E-1A7C-0A4545A1F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560320" cy="3474720"/>
          </a:xfrm>
          <a:prstGeom prst="rect">
            <a:avLst/>
          </a:prstGeom>
          <a:solidFill>
            <a:srgbClr val="1B4F72">
              <a:alpha val="40000"/>
            </a:srgbClr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0" y="10058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 ∫ √ 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x² + y² = z²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ax + 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MATH TUTOR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Algebra Solver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0292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8197" y="2536260"/>
            <a:ext cx="2319723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S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Benisha Christy J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Sushmitha V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Ranjani K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Recognition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identify and interpret complex algebraic symbols from textbooks and handwritten notes.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errors, incorrect transposition, and arithmetic miscalculations are the most frequent errors in algebra solving.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56032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Help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real-time feedback on where they went wrong and how to fix their mistakes step by step.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Math Tutor transforms how students solve algebra problems. Simply take a photo of any equation — handwritten or printed — and get instant step-by-step solutions with mistake detection.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265176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Image Upload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capture any algebra problem photo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265176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OCR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reads and extracts math symbols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265176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Solving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377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converts to LaTeX and solves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265176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Step-by-Step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breakdown of every solution step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3337560"/>
            <a:ext cx="265176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Mistake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794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sign errors and algebra traps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337560"/>
            <a:ext cx="265176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LaTeX Display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794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 mathematical formatting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37360" y="1325880"/>
            <a:ext cx="256032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14630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a photo of handwritten or printed algebra problem (PNG/JPG)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1097280"/>
            <a:ext cx="14630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56432" y="1325880"/>
            <a:ext cx="256032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828800"/>
            <a:ext cx="14630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39112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23774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preprocesses image. EasyOCR/Tesseract extracts mathematical symbols and 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1097280"/>
            <a:ext cx="1463040" cy="594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2464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175504" y="1325880"/>
            <a:ext cx="256032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828800"/>
            <a:ext cx="14630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58184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58184" y="23774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converts OCR output into structured LaTeX equation format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31536" y="1097280"/>
            <a:ext cx="146304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31536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894576" y="1325880"/>
            <a:ext cx="256032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828800"/>
            <a:ext cx="14630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77256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Solving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23774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parses LaTeX and solves the equation symbolically and numerically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0608" y="1097280"/>
            <a:ext cx="1463040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0608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150608" y="1828800"/>
            <a:ext cx="14630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96328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6328" y="23774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solution, final answer, and mistake alerts shown using MathJax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73736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7373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(Streamlit)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371600"/>
            <a:ext cx="18288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097280"/>
            <a:ext cx="66294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97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Image Upload, LaTeX Preview, Solution Display, Mistake Alerts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1737360" cy="685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OCR 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331720"/>
            <a:ext cx="18288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2057400"/>
            <a:ext cx="66294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057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Image Processing → EasyOCR/Tesseract → Gemini Vision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73736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(app.py)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3291840"/>
            <a:ext cx="18288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017520"/>
            <a:ext cx="66294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0175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Routes: /image-to-latex  /solve-equation  /mistake-check  /export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173736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977640"/>
            <a:ext cx="17373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Engine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4251960"/>
            <a:ext cx="18288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3977640"/>
            <a:ext cx="66294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977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Symbolic Solver → Step Generator → Mistake Detector → LaTeX Formatter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interactive frontend UI for image uploads and solution display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OCR output to LaTeX. Understands mathematical context and formatting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handwritten and printed text/symbols from uploaded algebra images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265176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LaTeX equations and computes symbolic and numeric algebra solutions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2651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840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images: noise reduction, contrast enhancement, resizing for OCR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71800"/>
            <a:ext cx="265176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840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and API routing framework for all backend logic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3566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65960" cy="8229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PNG/JPG algebra images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supported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&amp; printed equations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3566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05840"/>
            <a:ext cx="1965960" cy="8229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9631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Conversion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920240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symbol recognition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equation formatting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MathJax rendering in browser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65960" cy="3566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05840"/>
            <a:ext cx="1965960" cy="8229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72584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Solutions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920240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step breakdown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Easy-to-read explanations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calculation shown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65960" cy="3566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05840"/>
            <a:ext cx="1965960" cy="8229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48856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1920240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error detection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distribution alerts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trap identification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9436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78181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088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Initialization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44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setup, API key generation, Gemini 2.5 Flash configuration, connectivity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94360" cy="5943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847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1847088"/>
            <a:ext cx="78181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396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setup, equation pipeline, OCR integration, Gemini Vision prompt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594360" cy="594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642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2642616"/>
            <a:ext cx="78181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352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API routes, modular architecture, PDF/Word export, error handling implementation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59436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438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3438144"/>
            <a:ext cx="78181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3474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730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interface, image upload page, solution display cards, mistake alerts, responsive design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59436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233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" y="4233672"/>
            <a:ext cx="78181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Optimization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testing, AI response quality evaluation, performance optimization, reliability checks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299481"/>
              </p:ext>
            </p:extLst>
          </p:nvPr>
        </p:nvGraphicFramePr>
        <p:xfrm>
          <a:off x="274320" y="1142028"/>
          <a:ext cx="859536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Linear Equation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LaTeX +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Equation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breakdown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Handwritten Equation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photo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OCR +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Equation with Fractions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Symbolic simplification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Blurry / Low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Low-res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error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Non-algebra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User-friendly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2296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Math Tutor successfully demonstrates the power of Generative AI in education by providing an intelligent, interactive platform for solving algebraic problems from images.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algebra images to LaTeX using OCR and Gemini Vision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4572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95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441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accurate step-by-step solutions using SymPy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4572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62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0083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common student mistakes with corrective guidance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4572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9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753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modular, scalable architecture ready for future expansion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4572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96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1422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Multi-subject support, adaptive learning, student analytics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5779B-6492-4484-7AF9-F6072D8B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F6D1BD-8C28-CBC1-0F93-07069A695A8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6DC4E6-B623-73C5-5EEE-0C80C5572534}"/>
              </a:ext>
            </a:extLst>
          </p:cNvPr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AFF18B-4021-0DA6-549D-F0A9CF0A3F93}"/>
              </a:ext>
            </a:extLst>
          </p:cNvPr>
          <p:cNvSpPr/>
          <p:nvPr/>
        </p:nvSpPr>
        <p:spPr>
          <a:xfrm>
            <a:off x="3396804" y="1797677"/>
            <a:ext cx="45097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6FB4D4-5EC1-0579-6C72-A3EFD4E9FEE5}"/>
              </a:ext>
            </a:extLst>
          </p:cNvPr>
          <p:cNvSpPr/>
          <p:nvPr/>
        </p:nvSpPr>
        <p:spPr>
          <a:xfrm>
            <a:off x="548640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90A3D49-9234-AA24-4EFC-49AC98231A8A}"/>
              </a:ext>
            </a:extLst>
          </p:cNvPr>
          <p:cNvSpPr/>
          <p:nvPr/>
        </p:nvSpPr>
        <p:spPr>
          <a:xfrm>
            <a:off x="1143000" y="1874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CF6601-946C-2912-2C96-73F5DD29E0AB}"/>
              </a:ext>
            </a:extLst>
          </p:cNvPr>
          <p:cNvSpPr/>
          <p:nvPr/>
        </p:nvSpPr>
        <p:spPr>
          <a:xfrm>
            <a:off x="548640" y="2395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EFBD23-EE95-DA8C-F40B-DFC201BAB3AA}"/>
              </a:ext>
            </a:extLst>
          </p:cNvPr>
          <p:cNvSpPr/>
          <p:nvPr/>
        </p:nvSpPr>
        <p:spPr>
          <a:xfrm>
            <a:off x="1143000" y="2441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AE4F92E-F187-389C-C85B-4DBD13A4441C}"/>
              </a:ext>
            </a:extLst>
          </p:cNvPr>
          <p:cNvSpPr/>
          <p:nvPr/>
        </p:nvSpPr>
        <p:spPr>
          <a:xfrm>
            <a:off x="548640" y="2962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43527A-45E2-365B-5FB3-45A5E97FE4F4}"/>
              </a:ext>
            </a:extLst>
          </p:cNvPr>
          <p:cNvSpPr/>
          <p:nvPr/>
        </p:nvSpPr>
        <p:spPr>
          <a:xfrm>
            <a:off x="1143000" y="30083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232FB3F-3E46-30EB-1895-FDA84A69E4D2}"/>
              </a:ext>
            </a:extLst>
          </p:cNvPr>
          <p:cNvSpPr/>
          <p:nvPr/>
        </p:nvSpPr>
        <p:spPr>
          <a:xfrm>
            <a:off x="548640" y="3529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DFF91F-FF73-607D-87AE-4E83B4E97794}"/>
              </a:ext>
            </a:extLst>
          </p:cNvPr>
          <p:cNvSpPr/>
          <p:nvPr/>
        </p:nvSpPr>
        <p:spPr>
          <a:xfrm>
            <a:off x="3146898" y="37810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7F68E05-6982-FF3A-56B9-B898B36173A0}"/>
              </a:ext>
            </a:extLst>
          </p:cNvPr>
          <p:cNvSpPr/>
          <p:nvPr/>
        </p:nvSpPr>
        <p:spPr>
          <a:xfrm>
            <a:off x="548640" y="4096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44A0AF4-DF3C-5BC0-2511-F4BC9528C22D}"/>
              </a:ext>
            </a:extLst>
          </p:cNvPr>
          <p:cNvSpPr/>
          <p:nvPr/>
        </p:nvSpPr>
        <p:spPr>
          <a:xfrm>
            <a:off x="1143000" y="41422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FB8A1B-F035-3646-AAF6-65FFBB1B4C0B}"/>
              </a:ext>
            </a:extLst>
          </p:cNvPr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55C699-76A1-9E6A-4554-938FC90A8F4E}"/>
              </a:ext>
            </a:extLst>
          </p:cNvPr>
          <p:cNvSpPr/>
          <p:nvPr/>
        </p:nvSpPr>
        <p:spPr>
          <a:xfrm>
            <a:off x="274320" y="4663440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D6B4017-6A96-7AC7-05FC-E36DA34FB880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30890E-EA0D-D356-6BFD-AE6E5DD6813A}"/>
              </a:ext>
            </a:extLst>
          </p:cNvPr>
          <p:cNvSpPr txBox="1"/>
          <p:nvPr/>
        </p:nvSpPr>
        <p:spPr>
          <a:xfrm>
            <a:off x="5466945" y="21141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702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725</Words>
  <Application>Microsoft Macintosh PowerPoint</Application>
  <PresentationFormat>On-screen Show (16:9)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Math Tutor</dc:title>
  <dc:subject>PptxGenJS Presentation</dc:subject>
  <dc:creator>PptxGenJS</dc:creator>
  <cp:lastModifiedBy>Peacky</cp:lastModifiedBy>
  <cp:revision>3</cp:revision>
  <dcterms:created xsi:type="dcterms:W3CDTF">2026-03-07T18:48:02Z</dcterms:created>
  <dcterms:modified xsi:type="dcterms:W3CDTF">2026-03-08T08:34:45Z</dcterms:modified>
</cp:coreProperties>
</file>